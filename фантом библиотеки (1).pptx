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7" r:id="rId4"/>
    <p:sldId id="259" r:id="rId5"/>
    <p:sldId id="261" r:id="rId6"/>
    <p:sldId id="260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04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236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092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184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42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966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172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65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0918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92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827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634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471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060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101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97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183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D48661B-64FC-4660-A624-2441D29FA7C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51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D3614E-631B-4E93-8BCB-0BB5B9924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9987" y="751352"/>
            <a:ext cx="8825658" cy="2677648"/>
          </a:xfrm>
        </p:spPr>
        <p:txBody>
          <a:bodyPr/>
          <a:lstStyle/>
          <a:p>
            <a:r>
              <a:rPr lang="ru-RU" dirty="0"/>
              <a:t>Фантом библиотеки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BA15C74-1082-49AB-B30F-8787EA5E0E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832" y="5277854"/>
            <a:ext cx="10268505" cy="107544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/>
              <a:t>Авторы</a:t>
            </a:r>
            <a:r>
              <a:rPr lang="en-US" dirty="0"/>
              <a:t>:</a:t>
            </a:r>
            <a:r>
              <a:rPr lang="ru-RU" dirty="0"/>
              <a:t> Апевалова Олеся, Дзино Матвей</a:t>
            </a:r>
          </a:p>
          <a:p>
            <a:pPr algn="l"/>
            <a:r>
              <a:rPr lang="ru-RU" dirty="0"/>
              <a:t>Яндекс лицей</a:t>
            </a:r>
          </a:p>
          <a:p>
            <a:pPr algn="l"/>
            <a:r>
              <a:rPr lang="ru-RU" dirty="0"/>
              <a:t>2026г</a:t>
            </a:r>
          </a:p>
        </p:txBody>
      </p:sp>
    </p:spTree>
    <p:extLst>
      <p:ext uri="{BB962C8B-B14F-4D97-AF65-F5344CB8AC3E}">
        <p14:creationId xmlns:p14="http://schemas.microsoft.com/office/powerpoint/2010/main" val="991485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C9A47-1AB4-4141-AC80-42504766D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BD868B-F30E-4D55-A950-F1826C2D5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29633"/>
            <a:ext cx="10515600" cy="1672177"/>
          </a:xfrm>
        </p:spPr>
        <p:txBody>
          <a:bodyPr>
            <a:normAutofit/>
          </a:bodyPr>
          <a:lstStyle/>
          <a:p>
            <a:r>
              <a:rPr lang="ru-RU" sz="1800" dirty="0"/>
              <a:t>Реализовать персонажа и его механики</a:t>
            </a:r>
          </a:p>
          <a:p>
            <a:r>
              <a:rPr lang="ru-RU" sz="1800" dirty="0"/>
              <a:t>Подобрать и установить хорошие текстуры и спрайты</a:t>
            </a:r>
          </a:p>
          <a:p>
            <a:r>
              <a:rPr lang="ru-RU" sz="1800" dirty="0"/>
              <a:t>Создать обработчик событии</a:t>
            </a:r>
          </a:p>
          <a:p>
            <a:r>
              <a:rPr lang="ru-RU" sz="1800" dirty="0"/>
              <a:t>Сделать все хорошо</a:t>
            </a:r>
          </a:p>
        </p:txBody>
      </p:sp>
    </p:spTree>
    <p:extLst>
      <p:ext uri="{BB962C8B-B14F-4D97-AF65-F5344CB8AC3E}">
        <p14:creationId xmlns:p14="http://schemas.microsoft.com/office/powerpoint/2010/main" val="300938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D36EBB-7817-EBB6-B105-9D02E8180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F33BA-3C5F-FB03-361C-A16012C27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396" y="2823410"/>
            <a:ext cx="8825659" cy="3420979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Краткое описание проекта</a:t>
            </a:r>
            <a:r>
              <a:rPr lang="ru-RU" dirty="0"/>
              <a:t>:</a:t>
            </a:r>
          </a:p>
          <a:p>
            <a:r>
              <a:rPr lang="ru-RU" dirty="0"/>
              <a:t>Игра, где игрок управляет духом библиотекаря, защищающим знания и поддержанием порядка в библиотеке через выполнение заданий и управление окружением.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Целевая аудитория:</a:t>
            </a:r>
          </a:p>
          <a:p>
            <a:r>
              <a:rPr lang="ru-RU" dirty="0"/>
              <a:t>Игроки, интересующиеся атмосферными, эпическими играми с элементами исследования и стратегии</a:t>
            </a:r>
          </a:p>
        </p:txBody>
      </p:sp>
    </p:spTree>
    <p:extLst>
      <p:ext uri="{BB962C8B-B14F-4D97-AF65-F5344CB8AC3E}">
        <p14:creationId xmlns:p14="http://schemas.microsoft.com/office/powerpoint/2010/main" val="110946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14527-E63D-402E-9758-20A42319C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39F675-EF1E-4895-9EF2-76CBC292B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20" y="2333685"/>
            <a:ext cx="3882267" cy="16618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Python </a:t>
            </a:r>
            <a:r>
              <a:rPr lang="ru-RU" dirty="0"/>
              <a:t>и его базовые библиотеки</a:t>
            </a:r>
            <a:r>
              <a:rPr lang="en-US" dirty="0"/>
              <a:t>, Arcade, PyCharm, Tiled</a:t>
            </a:r>
            <a:endParaRPr lang="ru-RU" dirty="0"/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18B241-649E-7A17-8D95-CD1D4C866FC1}"/>
              </a:ext>
            </a:extLst>
          </p:cNvPr>
          <p:cNvSpPr txBox="1"/>
          <p:nvPr/>
        </p:nvSpPr>
        <p:spPr>
          <a:xfrm>
            <a:off x="3753853" y="2333685"/>
            <a:ext cx="861461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Библиотеки:</a:t>
            </a:r>
            <a:endParaRPr lang="en-US" dirty="0"/>
          </a:p>
          <a:p>
            <a:endParaRPr lang="ru-RU" dirty="0"/>
          </a:p>
          <a:p>
            <a:r>
              <a:rPr lang="en-US" u="sng" dirty="0"/>
              <a:t>Arcade</a:t>
            </a:r>
            <a:r>
              <a:rPr lang="en-US" dirty="0"/>
              <a:t> - </a:t>
            </a:r>
            <a:r>
              <a:rPr lang="ru-RU" dirty="0"/>
              <a:t>Позволяет отображать спрайты, текстуры, анимировать персонажей (призрак, посетители, книги)</a:t>
            </a:r>
            <a:endParaRPr lang="en-US" dirty="0"/>
          </a:p>
          <a:p>
            <a:endParaRPr lang="en-US" dirty="0"/>
          </a:p>
          <a:p>
            <a:r>
              <a:rPr lang="en-US" u="sng" dirty="0"/>
              <a:t>Random</a:t>
            </a:r>
            <a:r>
              <a:rPr lang="en-US" dirty="0"/>
              <a:t> - </a:t>
            </a:r>
            <a:r>
              <a:rPr lang="ru-RU" dirty="0"/>
              <a:t>Генерация случайных чисел для создания непредсказуемости в игре.</a:t>
            </a:r>
            <a:endParaRPr lang="en-US" dirty="0"/>
          </a:p>
          <a:p>
            <a:endParaRPr lang="en-US" dirty="0"/>
          </a:p>
          <a:p>
            <a:r>
              <a:rPr lang="en-US" u="sng" dirty="0"/>
              <a:t>Math</a:t>
            </a:r>
            <a:r>
              <a:rPr lang="en-US" dirty="0"/>
              <a:t> - </a:t>
            </a:r>
            <a:r>
              <a:rPr lang="ru-RU" dirty="0"/>
              <a:t>Для корректной работы физики и анимации</a:t>
            </a:r>
            <a:r>
              <a:rPr lang="en-US" dirty="0"/>
              <a:t>. </a:t>
            </a:r>
            <a:r>
              <a:rPr lang="ru-RU" dirty="0"/>
              <a:t>Расчёты расстояний, углов, траекторий</a:t>
            </a:r>
            <a:endParaRPr lang="en-US" dirty="0"/>
          </a:p>
          <a:p>
            <a:endParaRPr lang="en-US" dirty="0"/>
          </a:p>
          <a:p>
            <a:r>
              <a:rPr lang="en-US" u="sng" dirty="0"/>
              <a:t>Time</a:t>
            </a:r>
            <a:r>
              <a:rPr lang="en-US" dirty="0"/>
              <a:t> - </a:t>
            </a:r>
            <a:r>
              <a:rPr lang="ru-RU" dirty="0"/>
              <a:t>Работа с временными интервалами и системным временем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u="sng" dirty="0"/>
              <a:t>Json</a:t>
            </a:r>
            <a:r>
              <a:rPr lang="en-US" dirty="0"/>
              <a:t> - </a:t>
            </a:r>
            <a:r>
              <a:rPr lang="ru-RU" dirty="0"/>
              <a:t>Работа с структурированными данными в формате JSON.</a:t>
            </a:r>
            <a:endParaRPr lang="en-US" dirty="0"/>
          </a:p>
          <a:p>
            <a:endParaRPr lang="en-US" dirty="0"/>
          </a:p>
          <a:p>
            <a:r>
              <a:rPr lang="en-US" u="sng" dirty="0"/>
              <a:t>Os</a:t>
            </a:r>
            <a:r>
              <a:rPr lang="en-US" dirty="0"/>
              <a:t> - </a:t>
            </a:r>
            <a:r>
              <a:rPr lang="ru-RU" dirty="0"/>
              <a:t>Взаимодействие с операционной системой.</a:t>
            </a:r>
            <a:endParaRPr lang="en-US" dirty="0"/>
          </a:p>
          <a:p>
            <a:endParaRPr lang="ru-RU" dirty="0"/>
          </a:p>
        </p:txBody>
      </p:sp>
      <p:pic>
        <p:nvPicPr>
          <p:cNvPr id="8" name="Рисунок 7" descr="Изображение выглядит как текст, Шрифт, снимок экран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BB41552-3FCF-3FEE-2870-11D57BD55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20" y="4141840"/>
            <a:ext cx="2923378" cy="227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272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0CEBA-B958-4BE6-9318-86B8189C7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работы, 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0EE4A7-62B5-4C87-A7EE-2BDEE495A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 вам в библиотеку приходит посетитель, которого вы должны </a:t>
            </a:r>
            <a:r>
              <a:rPr lang="en-US" dirty="0"/>
              <a:t>“</a:t>
            </a:r>
            <a:r>
              <a:rPr lang="ru-RU" dirty="0"/>
              <a:t>обслужить</a:t>
            </a:r>
            <a:r>
              <a:rPr lang="en-US" dirty="0"/>
              <a:t>”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путем взаимодействия с окружающим миром. Каждое действие тратит </a:t>
            </a:r>
            <a:r>
              <a:rPr lang="ru-RU" dirty="0" err="1"/>
              <a:t>ману</a:t>
            </a:r>
            <a:r>
              <a:rPr lang="ru-RU" dirty="0"/>
              <a:t>, которая восстанавливается со временем.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51C5B7-21B5-6442-7B31-EC93BDC49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3757381"/>
            <a:ext cx="3690385" cy="265554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6619B7C-3BFC-43C9-99FF-C614F854E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399" y="3819337"/>
            <a:ext cx="3690385" cy="239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127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23005D-6D0E-4AD6-9CD4-8CA89FBDF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механики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BCA1D6-42FD-4025-9279-CBE6A7452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181727"/>
            <a:ext cx="7299158" cy="467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Система энергии/маны</a:t>
            </a:r>
            <a:r>
              <a:rPr lang="ru-RU" dirty="0"/>
              <a:t>:</a:t>
            </a:r>
          </a:p>
          <a:p>
            <a:r>
              <a:rPr lang="ru-RU" dirty="0"/>
              <a:t>Шкала энергии отображается в интерфейсе. Тратится на взаимодействия (прохождение сквозь стены, перемещение книг) и восстанавливается со временем. В 'местах силы' регенерация ускоряется в 3 раза.</a:t>
            </a:r>
          </a:p>
          <a:p>
            <a:pPr marL="0" indent="0">
              <a:buNone/>
            </a:pPr>
            <a:r>
              <a:rPr lang="ru-RU" b="1" dirty="0"/>
              <a:t>Смена времени суток</a:t>
            </a:r>
            <a:r>
              <a:rPr lang="ru-RU" dirty="0"/>
              <a:t>:</a:t>
            </a:r>
          </a:p>
          <a:p>
            <a:r>
              <a:rPr lang="ru-RU" dirty="0"/>
              <a:t>Динамическая система времени: днём активны посетители и задания на помощь, ночью — уборка и восстановление книг. Особое внимание уделяется 'лунному четвергу'.</a:t>
            </a:r>
          </a:p>
          <a:p>
            <a:pPr marL="0" indent="0">
              <a:buNone/>
            </a:pPr>
            <a:r>
              <a:rPr lang="ru-RU" b="1" dirty="0"/>
              <a:t>Взаимодействие с окружением</a:t>
            </a:r>
            <a:r>
              <a:rPr lang="ru-RU" dirty="0"/>
              <a:t>:</a:t>
            </a:r>
          </a:p>
          <a:p>
            <a:r>
              <a:rPr lang="ru-RU" dirty="0"/>
              <a:t>Прохождение сквозь стены (с затратой энергии), подсветка указателей, издание звуков для взаимодействия с посетителями.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5D82DD-7955-AE3D-6090-539A6ED78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811" y="3429000"/>
            <a:ext cx="5134407" cy="265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70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D6CF80-BF86-4C50-B4EE-E3A728C68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Фрагмент кода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8EDDB87-A81B-49FE-8C83-366A47E42F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on_mouse_press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(self, x: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y: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button: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modifiers: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Проверяем, была ли нажата одна из кнопок в меню паузы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btn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self.buttons: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btn.is_clicked(x, y):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Если клик попал по области кнопки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btn.text ==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"Продолжить"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Возвращаемся к игровому процессу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self.window.show_view(self.game_view)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elif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btn.text ==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"Сохранить игру"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Вызываем метод сохранения из игрового представления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self.game_view.save_game()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(Уведомление о сохранении появится автоматически в GameView)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elif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btn.text ==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"В главное меню"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Создаём новое главное меню и переключаемся на него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main_menu = MainMenu()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    self.window.show_view(main_menu)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01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6387CD-009E-40F9-85C5-E39EBD4CA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и 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96BE1C-7833-4BA8-91ED-C522B9A41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975" y="2459270"/>
            <a:ext cx="8825659" cy="131463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Мы старались реализовать все что планировали, основная часть работает исправно. Спрайты делаются, все двигаются, задания выполняются.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E092FA-96FF-DCE8-883F-B2ACEBAEF456}"/>
              </a:ext>
            </a:extLst>
          </p:cNvPr>
          <p:cNvSpPr txBox="1"/>
          <p:nvPr/>
        </p:nvSpPr>
        <p:spPr>
          <a:xfrm>
            <a:off x="400975" y="3697705"/>
            <a:ext cx="112294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Мы научились работать с библиотекой </a:t>
            </a:r>
            <a:r>
              <a:rPr lang="en-US" dirty="0"/>
              <a:t>Arcade</a:t>
            </a:r>
            <a:r>
              <a:rPr lang="ru-RU" dirty="0"/>
              <a:t>, смогли реализовать персонажа и его интерфейс.</a:t>
            </a:r>
          </a:p>
          <a:p>
            <a:r>
              <a:rPr lang="ru-RU" dirty="0"/>
              <a:t>Научились делать карты и окружение в </a:t>
            </a:r>
            <a:r>
              <a:rPr lang="en-US" dirty="0"/>
              <a:t>Tiled</a:t>
            </a:r>
            <a:r>
              <a:rPr lang="ru-RU" dirty="0"/>
              <a:t>, и работать с </a:t>
            </a:r>
            <a:r>
              <a:rPr lang="en-US" dirty="0"/>
              <a:t>Git</a:t>
            </a:r>
            <a:r>
              <a:rPr lang="ru-RU" dirty="0"/>
              <a:t>ом. Сделали обработчик событий.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8057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1BD151-7DBE-44C7-9AA1-C6ED16DA2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Планы улучшения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5E12DF-E912-487E-A6FF-A17981CC5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Возможно дальнейшее добавление новых локаций и заданий для игрока. Если существует такая возможность в </a:t>
            </a:r>
            <a:r>
              <a:rPr lang="en-US" dirty="0"/>
              <a:t>Arcade</a:t>
            </a:r>
            <a:r>
              <a:rPr lang="ru-RU" dirty="0"/>
              <a:t>, то добавить динамическое освещение.</a:t>
            </a:r>
          </a:p>
        </p:txBody>
      </p:sp>
    </p:spTree>
    <p:extLst>
      <p:ext uri="{BB962C8B-B14F-4D97-AF65-F5344CB8AC3E}">
        <p14:creationId xmlns:p14="http://schemas.microsoft.com/office/powerpoint/2010/main" val="31320354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123</TotalTime>
  <Words>556</Words>
  <Application>Microsoft Office PowerPoint</Application>
  <PresentationFormat>Широкоэкранный</PresentationFormat>
  <Paragraphs>48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JetBrains Mono</vt:lpstr>
      <vt:lpstr>Wingdings 3</vt:lpstr>
      <vt:lpstr>Совет директоров</vt:lpstr>
      <vt:lpstr>Фантом библиотеки</vt:lpstr>
      <vt:lpstr>Задачи проекта</vt:lpstr>
      <vt:lpstr>Введение</vt:lpstr>
      <vt:lpstr>Инструменты</vt:lpstr>
      <vt:lpstr>Алгоритм работы, интерфейс</vt:lpstr>
      <vt:lpstr>Основные механики</vt:lpstr>
      <vt:lpstr>Фрагмент кода</vt:lpstr>
      <vt:lpstr>Результаты и вывод</vt:lpstr>
      <vt:lpstr>Планы улучшения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Фантом библиотеки</dc:title>
  <dc:creator>Матвей</dc:creator>
  <cp:lastModifiedBy>Матвей</cp:lastModifiedBy>
  <cp:revision>10</cp:revision>
  <dcterms:created xsi:type="dcterms:W3CDTF">2026-01-19T16:40:46Z</dcterms:created>
  <dcterms:modified xsi:type="dcterms:W3CDTF">2026-02-02T16:42:12Z</dcterms:modified>
</cp:coreProperties>
</file>