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8040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6236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60925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8184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9420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6966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4172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9652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0918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7927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18274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16348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64713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80600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3101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8970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183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7D48661B-64FC-4660-A624-2441D29FA7CF}" type="datetimeFigureOut">
              <a:rPr lang="ru-RU" smtClean="0"/>
              <a:t>19.01.2026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ru-RU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4A70DE2C-36A6-489E-B7E0-34B8A92DFC0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2511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D3614E-631B-4E93-8BCB-0BB5B99240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Фантом библиотеки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BA15C74-1082-49AB-B30F-8787EA5E0E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9495" y="5433133"/>
            <a:ext cx="10268505" cy="807869"/>
          </a:xfrm>
        </p:spPr>
        <p:txBody>
          <a:bodyPr>
            <a:normAutofit/>
          </a:bodyPr>
          <a:lstStyle/>
          <a:p>
            <a:pPr algn="l"/>
            <a:r>
              <a:rPr lang="ru-RU" dirty="0"/>
              <a:t>Авторы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ru-RU" dirty="0" err="1"/>
              <a:t>Апевалова</a:t>
            </a:r>
            <a:r>
              <a:rPr lang="ru-RU" dirty="0"/>
              <a:t> Олеся, </a:t>
            </a:r>
            <a:r>
              <a:rPr lang="ru-RU" dirty="0" err="1"/>
              <a:t>Дзино</a:t>
            </a:r>
            <a:r>
              <a:rPr lang="ru-RU" dirty="0"/>
              <a:t> Матвей</a:t>
            </a:r>
          </a:p>
          <a:p>
            <a:pPr algn="l"/>
            <a:r>
              <a:rPr lang="ru-RU" dirty="0"/>
              <a:t>2026г</a:t>
            </a:r>
          </a:p>
        </p:txBody>
      </p:sp>
    </p:spTree>
    <p:extLst>
      <p:ext uri="{BB962C8B-B14F-4D97-AF65-F5344CB8AC3E}">
        <p14:creationId xmlns:p14="http://schemas.microsoft.com/office/powerpoint/2010/main" val="991485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533057-A3E6-4270-AD0E-EA79AC048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85FDD0-32A9-41DD-A6E0-184D6275AC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6917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C9A47-1AB4-4141-AC80-42504766D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проекта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FBD868B-F30E-4D55-A950-F1826C2D5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929633"/>
            <a:ext cx="10515600" cy="1672177"/>
          </a:xfrm>
        </p:spPr>
        <p:txBody>
          <a:bodyPr>
            <a:normAutofit/>
          </a:bodyPr>
          <a:lstStyle/>
          <a:p>
            <a:r>
              <a:rPr lang="ru-RU" sz="1800" dirty="0"/>
              <a:t>Реализовать персонажа и его механики</a:t>
            </a:r>
          </a:p>
          <a:p>
            <a:r>
              <a:rPr lang="ru-RU" sz="1800" dirty="0"/>
              <a:t>Подобрать и установить хорошие текстуры и спрайты</a:t>
            </a:r>
          </a:p>
          <a:p>
            <a:r>
              <a:rPr lang="ru-RU" sz="1800" dirty="0"/>
              <a:t>Создать обработчик событии</a:t>
            </a:r>
          </a:p>
          <a:p>
            <a:r>
              <a:rPr lang="ru-RU" sz="1800" dirty="0"/>
              <a:t>Сделать все хорошо</a:t>
            </a:r>
          </a:p>
        </p:txBody>
      </p:sp>
    </p:spTree>
    <p:extLst>
      <p:ext uri="{BB962C8B-B14F-4D97-AF65-F5344CB8AC3E}">
        <p14:creationId xmlns:p14="http://schemas.microsoft.com/office/powerpoint/2010/main" val="300938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314527-E63D-402E-9758-20A42319C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Инструменты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439F675-EF1E-4895-9EF2-76CBC292B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4722920"/>
            <a:ext cx="8825659" cy="129688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Python </a:t>
            </a:r>
            <a:r>
              <a:rPr lang="ru-RU" dirty="0"/>
              <a:t>и его базовые библиотеки</a:t>
            </a:r>
            <a:r>
              <a:rPr lang="en-US" dirty="0"/>
              <a:t>, </a:t>
            </a:r>
            <a:r>
              <a:rPr lang="en-US" dirty="0" err="1"/>
              <a:t>Pygame</a:t>
            </a:r>
            <a:r>
              <a:rPr lang="en-US" dirty="0"/>
              <a:t>, PyCharm, Tiled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24272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23005D-6D0E-4AD6-9CD4-8CA89FBDF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Описание программы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BCA1D6-42FD-4025-9279-CBE6A7452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39707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60CEBA-B958-4BE6-9318-86B8189C7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E0EE4A7-62B5-4C87-A7EE-2BDEE495A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5127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4F522B-13D5-409D-AE07-C5E253D48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Скриншоты интерфейса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1439350-022A-4B6E-9E53-144E4166A6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1230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D6CF80-BF86-4C50-B4EE-E3A728C68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Фрагмент кода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D5CB77C-E06B-4367-B1C8-D7619BC2B5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30018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6387CD-009E-40F9-85C5-E39EBD4CA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и тестирование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96BE1C-7833-4BA8-91ED-C522B9A41A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80578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3EC161-5484-413F-8D45-42A93516B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090B16-FE82-4D86-8DCE-39BE31D1C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Мы научились работать с библиотекой </a:t>
            </a:r>
            <a:r>
              <a:rPr lang="en-US" dirty="0" err="1"/>
              <a:t>Pygame</a:t>
            </a:r>
            <a:r>
              <a:rPr lang="ru-RU" dirty="0"/>
              <a:t>, смогли реализовать персонажа и его интерфейс. Научились делать карты и окружение в </a:t>
            </a:r>
            <a:r>
              <a:rPr lang="en-US" dirty="0"/>
              <a:t>Tiled</a:t>
            </a:r>
            <a:r>
              <a:rPr lang="ru-RU" dirty="0"/>
              <a:t>, и работать с </a:t>
            </a:r>
            <a:r>
              <a:rPr lang="en-US" dirty="0"/>
              <a:t>Git</a:t>
            </a:r>
            <a:r>
              <a:rPr lang="ru-RU" dirty="0"/>
              <a:t>ом. Сделали обработчик событий.</a:t>
            </a:r>
          </a:p>
        </p:txBody>
      </p:sp>
    </p:spTree>
    <p:extLst>
      <p:ext uri="{BB962C8B-B14F-4D97-AF65-F5344CB8AC3E}">
        <p14:creationId xmlns:p14="http://schemas.microsoft.com/office/powerpoint/2010/main" val="42734524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1BD151-7DBE-44C7-9AA1-C6ED16DA2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Планы улучшения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35E12DF-E912-487E-A6FF-A17981CC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Возможно дальнейшее добавление новых локаций и заданий для игрока. Если существует такая возможность в </a:t>
            </a:r>
            <a:r>
              <a:rPr lang="en-US" dirty="0" err="1"/>
              <a:t>Pygame</a:t>
            </a:r>
            <a:r>
              <a:rPr lang="ru-RU" dirty="0"/>
              <a:t>, то </a:t>
            </a:r>
            <a:r>
              <a:rPr lang="ru-RU"/>
              <a:t>добавить динамическое </a:t>
            </a:r>
            <a:r>
              <a:rPr lang="ru-RU" dirty="0"/>
              <a:t>освещение и смену дня </a:t>
            </a:r>
            <a:r>
              <a:rPr lang="ru-RU"/>
              <a:t>и ночи.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3203541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вет директоров">
  <a:themeElements>
    <a:clrScheme name="Совет директоров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Совет директоров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овет директоров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40</TotalTime>
  <Words>115</Words>
  <Application>Microsoft Office PowerPoint</Application>
  <PresentationFormat>Широкоэкранный</PresentationFormat>
  <Paragraphs>19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3</vt:lpstr>
      <vt:lpstr>Совет директоров</vt:lpstr>
      <vt:lpstr>Фантом библиотеки</vt:lpstr>
      <vt:lpstr>Презентация PowerPoint</vt:lpstr>
      <vt:lpstr>Задачи проекта</vt:lpstr>
      <vt:lpstr>Инструменты</vt:lpstr>
      <vt:lpstr>Описание программы</vt:lpstr>
      <vt:lpstr>Алгоритм работы</vt:lpstr>
      <vt:lpstr>Скриншоты интерфейса</vt:lpstr>
      <vt:lpstr>Фрагмент кода</vt:lpstr>
      <vt:lpstr>Результаты и тестирование</vt:lpstr>
      <vt:lpstr>Вывод</vt:lpstr>
      <vt:lpstr>Планы улучшения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Фантом библиотеки</dc:title>
  <dc:creator>Матвей</dc:creator>
  <cp:lastModifiedBy>Матвей</cp:lastModifiedBy>
  <cp:revision>5</cp:revision>
  <dcterms:created xsi:type="dcterms:W3CDTF">2026-01-19T16:40:46Z</dcterms:created>
  <dcterms:modified xsi:type="dcterms:W3CDTF">2026-01-19T17:21:39Z</dcterms:modified>
</cp:coreProperties>
</file>