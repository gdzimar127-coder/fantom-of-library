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04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6236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9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8184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42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966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172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65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918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92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827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1634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471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8060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101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7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8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D48661B-64FC-4660-A624-2441D29FA7CF}" type="datetimeFigureOut">
              <a:rPr lang="ru-RU" smtClean="0"/>
              <a:t>28.01.2026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A70DE2C-36A6-489E-B7E0-34B8A92DFC0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51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D3614E-631B-4E93-8BCB-0BB5B9924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Фантом библиотеки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A15C74-1082-49AB-B30F-8787EA5E0E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495" y="5433133"/>
            <a:ext cx="10268505" cy="807869"/>
          </a:xfrm>
        </p:spPr>
        <p:txBody>
          <a:bodyPr>
            <a:normAutofit/>
          </a:bodyPr>
          <a:lstStyle/>
          <a:p>
            <a:pPr algn="l"/>
            <a:r>
              <a:rPr lang="ru-RU" dirty="0"/>
              <a:t>Авторы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ru-RU" dirty="0" err="1"/>
              <a:t>Апевалова</a:t>
            </a:r>
            <a:r>
              <a:rPr lang="ru-RU" dirty="0"/>
              <a:t> Олеся, </a:t>
            </a:r>
            <a:r>
              <a:rPr lang="ru-RU" dirty="0" err="1"/>
              <a:t>Дзино</a:t>
            </a:r>
            <a:r>
              <a:rPr lang="ru-RU" dirty="0"/>
              <a:t> Матвей</a:t>
            </a:r>
          </a:p>
          <a:p>
            <a:pPr algn="l"/>
            <a:r>
              <a:rPr lang="ru-RU" dirty="0"/>
              <a:t>2026г</a:t>
            </a:r>
          </a:p>
        </p:txBody>
      </p:sp>
    </p:spTree>
    <p:extLst>
      <p:ext uri="{BB962C8B-B14F-4D97-AF65-F5344CB8AC3E}">
        <p14:creationId xmlns:p14="http://schemas.microsoft.com/office/powerpoint/2010/main" val="991485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C9A47-1AB4-4141-AC80-42504766D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D868B-F30E-4D55-A950-F1826C2D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29633"/>
            <a:ext cx="10515600" cy="1672177"/>
          </a:xfrm>
        </p:spPr>
        <p:txBody>
          <a:bodyPr>
            <a:normAutofit/>
          </a:bodyPr>
          <a:lstStyle/>
          <a:p>
            <a:r>
              <a:rPr lang="ru-RU" sz="1800" dirty="0"/>
              <a:t>Реализовать персонажа и его механики</a:t>
            </a:r>
          </a:p>
          <a:p>
            <a:r>
              <a:rPr lang="ru-RU" sz="1800" dirty="0"/>
              <a:t>Подобрать и установить хорошие текстуры и спрайты</a:t>
            </a:r>
          </a:p>
          <a:p>
            <a:r>
              <a:rPr lang="ru-RU" sz="1800" dirty="0"/>
              <a:t>Создать обработчик событии</a:t>
            </a:r>
          </a:p>
          <a:p>
            <a:r>
              <a:rPr lang="ru-RU" sz="1800" dirty="0"/>
              <a:t>Сделать все хорошо</a:t>
            </a:r>
          </a:p>
        </p:txBody>
      </p:sp>
    </p:spTree>
    <p:extLst>
      <p:ext uri="{BB962C8B-B14F-4D97-AF65-F5344CB8AC3E}">
        <p14:creationId xmlns:p14="http://schemas.microsoft.com/office/powerpoint/2010/main" val="300938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14527-E63D-402E-9758-20A42319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9F675-EF1E-4895-9EF2-76CBC292BF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4722920"/>
            <a:ext cx="8825659" cy="12968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Python </a:t>
            </a:r>
            <a:r>
              <a:rPr lang="ru-RU" dirty="0"/>
              <a:t>и его базовые библиотеки</a:t>
            </a:r>
            <a:r>
              <a:rPr lang="en-US" dirty="0"/>
              <a:t>, </a:t>
            </a:r>
            <a:r>
              <a:rPr lang="en-US" dirty="0" err="1"/>
              <a:t>Pygame</a:t>
            </a:r>
            <a:r>
              <a:rPr lang="en-US" dirty="0"/>
              <a:t>, PyCharm, Tiled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427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3005D-6D0E-4AD6-9CD4-8CA89FBDF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программы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BCA1D6-42FD-4025-9279-CBE6A7452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Вы играете за призрака библиотеки, который должен помогать посетителям. У вас есть </a:t>
            </a:r>
            <a:r>
              <a:rPr lang="ru-RU" dirty="0" err="1"/>
              <a:t>мана</a:t>
            </a:r>
            <a:r>
              <a:rPr lang="ru-RU" dirty="0"/>
              <a:t> которая позволяет вам делать ограниченное количество физических действий в мире людей.</a:t>
            </a:r>
          </a:p>
        </p:txBody>
      </p:sp>
    </p:spTree>
    <p:extLst>
      <p:ext uri="{BB962C8B-B14F-4D97-AF65-F5344CB8AC3E}">
        <p14:creationId xmlns:p14="http://schemas.microsoft.com/office/powerpoint/2010/main" val="348397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60CEBA-B958-4BE6-9318-86B8189C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0EE4A7-62B5-4C87-A7EE-2BDEE495A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К вам в библиотеку приходит посетитель, которого вы должны </a:t>
            </a:r>
            <a:r>
              <a:rPr lang="en-US" dirty="0"/>
              <a:t>“</a:t>
            </a:r>
            <a:r>
              <a:rPr lang="ru-RU" dirty="0"/>
              <a:t>обслужить</a:t>
            </a:r>
            <a:r>
              <a:rPr lang="en-US" dirty="0"/>
              <a:t>”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путем взаимодействия с окружающим миром. Каждое действие тратит </a:t>
            </a:r>
            <a:r>
              <a:rPr lang="ru-RU" dirty="0" err="1"/>
              <a:t>ману</a:t>
            </a:r>
            <a:r>
              <a:rPr lang="ru-RU" dirty="0"/>
              <a:t>, которая восстанавливается со временем.</a:t>
            </a:r>
          </a:p>
        </p:txBody>
      </p:sp>
    </p:spTree>
    <p:extLst>
      <p:ext uri="{BB962C8B-B14F-4D97-AF65-F5344CB8AC3E}">
        <p14:creationId xmlns:p14="http://schemas.microsoft.com/office/powerpoint/2010/main" val="219512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F522B-13D5-409D-AE07-C5E253D4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 интерфейса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16F99E-ADB0-44BC-8059-BA138E33B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19" y="3428997"/>
            <a:ext cx="4935984" cy="230148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3D19D8-D893-47B6-B656-1696C2747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763" y="3101230"/>
            <a:ext cx="4113135" cy="29570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5151A1-D291-46AD-9EDF-81ABEF63D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9958" y="3757381"/>
            <a:ext cx="2532143" cy="164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230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6CF80-BF86-4C50-B4EE-E3A728C6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 кода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98EDDB87-A81B-49FE-8C83-366A47E42F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on_mouse_press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(self, x: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y: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float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button: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modifiers: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int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Проверяем, была ли нажата одна из кнопок в меню паузы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self.buttons: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btn.is_clicked(x, y):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Если клик попал по области кнопки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"Продолжить"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Возвращаемся к игровому процессу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self.window.show_view(self.game_view)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"Сохранить игру"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Вызываем метод сохранения из игрового представления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self.game_view.save_game()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(Уведомление о сохранении появится автоматически в GameView)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elif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btn.text ==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"В главное меню"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Создаём новое главное меню и переключаемся на него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main_menu = MainMenu()</a:t>
            </a:r>
            <a:b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        self.window.show_view(main_menu)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387CD-009E-40F9-85C5-E39EBD4CA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6BE1C-7833-4BA8-91ED-C522B9A41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4705164"/>
            <a:ext cx="8825659" cy="131463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Мы реализовали не все что планировали, но основная часть работает исправно. Спрайты делаются, все двигаются, задания выполняются.</a:t>
            </a:r>
          </a:p>
        </p:txBody>
      </p:sp>
    </p:spTree>
    <p:extLst>
      <p:ext uri="{BB962C8B-B14F-4D97-AF65-F5344CB8AC3E}">
        <p14:creationId xmlns:p14="http://schemas.microsoft.com/office/powerpoint/2010/main" val="1148057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3EC161-5484-413F-8D45-42A93516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090B16-FE82-4D86-8DCE-39BE31D1C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научились работать с библиотекой </a:t>
            </a:r>
            <a:r>
              <a:rPr lang="en-US" dirty="0" err="1"/>
              <a:t>Pygame</a:t>
            </a:r>
            <a:r>
              <a:rPr lang="ru-RU" dirty="0"/>
              <a:t>, смогли реализовать персонажа и его интерфейс. Научились делать карты и окружение в </a:t>
            </a:r>
            <a:r>
              <a:rPr lang="en-US" dirty="0"/>
              <a:t>Tiled</a:t>
            </a:r>
            <a:r>
              <a:rPr lang="ru-RU" dirty="0"/>
              <a:t>, и работать с </a:t>
            </a:r>
            <a:r>
              <a:rPr lang="en-US" dirty="0"/>
              <a:t>Git</a:t>
            </a:r>
            <a:r>
              <a:rPr lang="ru-RU" dirty="0"/>
              <a:t>ом. Сделали обработчик событий.</a:t>
            </a:r>
          </a:p>
        </p:txBody>
      </p:sp>
    </p:spTree>
    <p:extLst>
      <p:ext uri="{BB962C8B-B14F-4D97-AF65-F5344CB8AC3E}">
        <p14:creationId xmlns:p14="http://schemas.microsoft.com/office/powerpoint/2010/main" val="427345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BD151-7DBE-44C7-9AA1-C6ED16DA2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улучшения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5E12DF-E912-487E-A6FF-A17981CC5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Возможно дальнейшее добавление новых локаций и заданий для игрока. Если существует такая возможность в </a:t>
            </a:r>
            <a:r>
              <a:rPr lang="en-US" dirty="0" err="1"/>
              <a:t>Pygame</a:t>
            </a:r>
            <a:r>
              <a:rPr lang="ru-RU" dirty="0"/>
              <a:t>, то добавить динамическое освещение.</a:t>
            </a:r>
          </a:p>
        </p:txBody>
      </p:sp>
    </p:spTree>
    <p:extLst>
      <p:ext uri="{BB962C8B-B14F-4D97-AF65-F5344CB8AC3E}">
        <p14:creationId xmlns:p14="http://schemas.microsoft.com/office/powerpoint/2010/main" val="31320354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вет директоров">
  <a:themeElements>
    <a:clrScheme name="Совет директоров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Совет директоров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вет директоров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60</TotalTime>
  <Words>381</Words>
  <Application>Microsoft Office PowerPoint</Application>
  <PresentationFormat>Широкоэкранный</PresentationFormat>
  <Paragraphs>24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JetBrains Mono</vt:lpstr>
      <vt:lpstr>Wingdings 3</vt:lpstr>
      <vt:lpstr>Совет директоров</vt:lpstr>
      <vt:lpstr>Фантом библиотеки</vt:lpstr>
      <vt:lpstr>Задачи проекта</vt:lpstr>
      <vt:lpstr>Инструменты</vt:lpstr>
      <vt:lpstr>Описание программы</vt:lpstr>
      <vt:lpstr>Алгоритм работы</vt:lpstr>
      <vt:lpstr>Скриншоты интерфейса</vt:lpstr>
      <vt:lpstr>Фрагмент кода</vt:lpstr>
      <vt:lpstr>Результаты и тестирование</vt:lpstr>
      <vt:lpstr>Вывод</vt:lpstr>
      <vt:lpstr>Планы улучшения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Фантом библиотеки</dc:title>
  <dc:creator>Матвей</dc:creator>
  <cp:lastModifiedBy>Матвей</cp:lastModifiedBy>
  <cp:revision>8</cp:revision>
  <dcterms:created xsi:type="dcterms:W3CDTF">2026-01-19T16:40:46Z</dcterms:created>
  <dcterms:modified xsi:type="dcterms:W3CDTF">2026-01-28T20:26:50Z</dcterms:modified>
</cp:coreProperties>
</file>